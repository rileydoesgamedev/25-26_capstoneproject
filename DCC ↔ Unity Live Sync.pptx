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24242"/>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104" d="100"/>
          <a:sy n="104" d="100"/>
        </p:scale>
        <p:origin x="216"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89B76-3EB8-7A0E-2C36-C5C1F9D782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76D3E9-CA1A-BDAC-B2B6-9A5F20730A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A7DE94-307F-266C-EB1F-CF8333378480}"/>
              </a:ext>
            </a:extLst>
          </p:cNvPr>
          <p:cNvSpPr>
            <a:spLocks noGrp="1"/>
          </p:cNvSpPr>
          <p:nvPr>
            <p:ph type="dt" sz="half" idx="10"/>
          </p:nvPr>
        </p:nvSpPr>
        <p:spPr/>
        <p:txBody>
          <a:bodyPr/>
          <a:lstStyle/>
          <a:p>
            <a:fld id="{75AB488F-A43A-4F43-8C34-D9D5163EFAE4}" type="datetimeFigureOut">
              <a:rPr lang="en-US" smtClean="0"/>
              <a:t>10/13/2025</a:t>
            </a:fld>
            <a:endParaRPr lang="en-US"/>
          </a:p>
        </p:txBody>
      </p:sp>
      <p:sp>
        <p:nvSpPr>
          <p:cNvPr id="5" name="Footer Placeholder 4">
            <a:extLst>
              <a:ext uri="{FF2B5EF4-FFF2-40B4-BE49-F238E27FC236}">
                <a16:creationId xmlns:a16="http://schemas.microsoft.com/office/drawing/2014/main" id="{29C41668-EC3D-C7F0-DECF-0A7F073261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1BAE0-B020-3049-C909-3AE3F479BAF6}"/>
              </a:ext>
            </a:extLst>
          </p:cNvPr>
          <p:cNvSpPr>
            <a:spLocks noGrp="1"/>
          </p:cNvSpPr>
          <p:nvPr>
            <p:ph type="sldNum" sz="quarter" idx="12"/>
          </p:nvPr>
        </p:nvSpPr>
        <p:spPr/>
        <p:txBody>
          <a:bodyPr/>
          <a:lstStyle/>
          <a:p>
            <a:fld id="{FA88B955-597D-4DDB-97C2-94D4FCB2A864}" type="slidenum">
              <a:rPr lang="en-US" smtClean="0"/>
              <a:t>‹#›</a:t>
            </a:fld>
            <a:endParaRPr lang="en-US"/>
          </a:p>
        </p:txBody>
      </p:sp>
    </p:spTree>
    <p:extLst>
      <p:ext uri="{BB962C8B-B14F-4D97-AF65-F5344CB8AC3E}">
        <p14:creationId xmlns:p14="http://schemas.microsoft.com/office/powerpoint/2010/main" val="3472317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628D3-1235-2A21-433B-5A53006E8A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0E7FAED-0FEB-4E30-7B73-EBCB7A121B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D4AAB0-B151-67D4-B8A6-41064E9ECDFD}"/>
              </a:ext>
            </a:extLst>
          </p:cNvPr>
          <p:cNvSpPr>
            <a:spLocks noGrp="1"/>
          </p:cNvSpPr>
          <p:nvPr>
            <p:ph type="dt" sz="half" idx="10"/>
          </p:nvPr>
        </p:nvSpPr>
        <p:spPr/>
        <p:txBody>
          <a:bodyPr/>
          <a:lstStyle/>
          <a:p>
            <a:fld id="{75AB488F-A43A-4F43-8C34-D9D5163EFAE4}" type="datetimeFigureOut">
              <a:rPr lang="en-US" smtClean="0"/>
              <a:t>10/13/2025</a:t>
            </a:fld>
            <a:endParaRPr lang="en-US"/>
          </a:p>
        </p:txBody>
      </p:sp>
      <p:sp>
        <p:nvSpPr>
          <p:cNvPr id="5" name="Footer Placeholder 4">
            <a:extLst>
              <a:ext uri="{FF2B5EF4-FFF2-40B4-BE49-F238E27FC236}">
                <a16:creationId xmlns:a16="http://schemas.microsoft.com/office/drawing/2014/main" id="{E6BB6944-81E5-4730-0575-6450F14D9E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861791-F601-ACB8-CB83-CE7FB2AAD9E9}"/>
              </a:ext>
            </a:extLst>
          </p:cNvPr>
          <p:cNvSpPr>
            <a:spLocks noGrp="1"/>
          </p:cNvSpPr>
          <p:nvPr>
            <p:ph type="sldNum" sz="quarter" idx="12"/>
          </p:nvPr>
        </p:nvSpPr>
        <p:spPr/>
        <p:txBody>
          <a:bodyPr/>
          <a:lstStyle/>
          <a:p>
            <a:fld id="{FA88B955-597D-4DDB-97C2-94D4FCB2A864}" type="slidenum">
              <a:rPr lang="en-US" smtClean="0"/>
              <a:t>‹#›</a:t>
            </a:fld>
            <a:endParaRPr lang="en-US"/>
          </a:p>
        </p:txBody>
      </p:sp>
    </p:spTree>
    <p:extLst>
      <p:ext uri="{BB962C8B-B14F-4D97-AF65-F5344CB8AC3E}">
        <p14:creationId xmlns:p14="http://schemas.microsoft.com/office/powerpoint/2010/main" val="3747004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8811F-57F1-E095-C0B3-7C4E4AA5B7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896712-8A0A-2620-F276-DCF1F10B49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BE9D2-DBF7-0950-E5D7-AE0C004CDFF7}"/>
              </a:ext>
            </a:extLst>
          </p:cNvPr>
          <p:cNvSpPr>
            <a:spLocks noGrp="1"/>
          </p:cNvSpPr>
          <p:nvPr>
            <p:ph type="dt" sz="half" idx="10"/>
          </p:nvPr>
        </p:nvSpPr>
        <p:spPr/>
        <p:txBody>
          <a:bodyPr/>
          <a:lstStyle/>
          <a:p>
            <a:fld id="{75AB488F-A43A-4F43-8C34-D9D5163EFAE4}" type="datetimeFigureOut">
              <a:rPr lang="en-US" smtClean="0"/>
              <a:t>10/13/2025</a:t>
            </a:fld>
            <a:endParaRPr lang="en-US"/>
          </a:p>
        </p:txBody>
      </p:sp>
      <p:sp>
        <p:nvSpPr>
          <p:cNvPr id="5" name="Footer Placeholder 4">
            <a:extLst>
              <a:ext uri="{FF2B5EF4-FFF2-40B4-BE49-F238E27FC236}">
                <a16:creationId xmlns:a16="http://schemas.microsoft.com/office/drawing/2014/main" id="{7F788281-A4DD-EE0D-E88A-3C899CDB2E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B0565A-6E81-22EC-F75A-6E98FDBBE292}"/>
              </a:ext>
            </a:extLst>
          </p:cNvPr>
          <p:cNvSpPr>
            <a:spLocks noGrp="1"/>
          </p:cNvSpPr>
          <p:nvPr>
            <p:ph type="sldNum" sz="quarter" idx="12"/>
          </p:nvPr>
        </p:nvSpPr>
        <p:spPr/>
        <p:txBody>
          <a:bodyPr/>
          <a:lstStyle/>
          <a:p>
            <a:fld id="{FA88B955-597D-4DDB-97C2-94D4FCB2A864}" type="slidenum">
              <a:rPr lang="en-US" smtClean="0"/>
              <a:t>‹#›</a:t>
            </a:fld>
            <a:endParaRPr lang="en-US"/>
          </a:p>
        </p:txBody>
      </p:sp>
    </p:spTree>
    <p:extLst>
      <p:ext uri="{BB962C8B-B14F-4D97-AF65-F5344CB8AC3E}">
        <p14:creationId xmlns:p14="http://schemas.microsoft.com/office/powerpoint/2010/main" val="457841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7DC8C-117C-9179-C26C-D752FA0B07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692877-1F15-A8F3-6F81-5845EBD831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BEBA40-EF6A-CA54-F99C-F4F4F2F722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42A5A46-691C-DC78-AFEA-1CE19D533A34}"/>
              </a:ext>
            </a:extLst>
          </p:cNvPr>
          <p:cNvSpPr>
            <a:spLocks noGrp="1"/>
          </p:cNvSpPr>
          <p:nvPr>
            <p:ph type="dt" sz="half" idx="10"/>
          </p:nvPr>
        </p:nvSpPr>
        <p:spPr/>
        <p:txBody>
          <a:bodyPr/>
          <a:lstStyle/>
          <a:p>
            <a:fld id="{75AB488F-A43A-4F43-8C34-D9D5163EFAE4}" type="datetimeFigureOut">
              <a:rPr lang="en-US" smtClean="0"/>
              <a:t>10/13/2025</a:t>
            </a:fld>
            <a:endParaRPr lang="en-US"/>
          </a:p>
        </p:txBody>
      </p:sp>
      <p:sp>
        <p:nvSpPr>
          <p:cNvPr id="6" name="Footer Placeholder 5">
            <a:extLst>
              <a:ext uri="{FF2B5EF4-FFF2-40B4-BE49-F238E27FC236}">
                <a16:creationId xmlns:a16="http://schemas.microsoft.com/office/drawing/2014/main" id="{E2E24D84-2487-07E0-57A2-A2BFA89C98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FE7788-50D2-A865-B664-341B8B59843D}"/>
              </a:ext>
            </a:extLst>
          </p:cNvPr>
          <p:cNvSpPr>
            <a:spLocks noGrp="1"/>
          </p:cNvSpPr>
          <p:nvPr>
            <p:ph type="sldNum" sz="quarter" idx="12"/>
          </p:nvPr>
        </p:nvSpPr>
        <p:spPr/>
        <p:txBody>
          <a:bodyPr/>
          <a:lstStyle/>
          <a:p>
            <a:fld id="{FA88B955-597D-4DDB-97C2-94D4FCB2A864}" type="slidenum">
              <a:rPr lang="en-US" smtClean="0"/>
              <a:t>‹#›</a:t>
            </a:fld>
            <a:endParaRPr lang="en-US"/>
          </a:p>
        </p:txBody>
      </p:sp>
    </p:spTree>
    <p:extLst>
      <p:ext uri="{BB962C8B-B14F-4D97-AF65-F5344CB8AC3E}">
        <p14:creationId xmlns:p14="http://schemas.microsoft.com/office/powerpoint/2010/main" val="3107862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30238-B23A-BAE2-4D91-7A3CD028C0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7B250C-F61D-209B-3AC2-560A426E61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5B37A5-B521-A3E7-E34E-DACE1854F9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2CFCBB4-A2CE-CBBB-9286-B99E74FD67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4425D6-1872-CDB1-1DD9-F4696E394D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C5E8C9B-7A52-2D37-2756-1561B9E1BBCF}"/>
              </a:ext>
            </a:extLst>
          </p:cNvPr>
          <p:cNvSpPr>
            <a:spLocks noGrp="1"/>
          </p:cNvSpPr>
          <p:nvPr>
            <p:ph type="dt" sz="half" idx="10"/>
          </p:nvPr>
        </p:nvSpPr>
        <p:spPr/>
        <p:txBody>
          <a:bodyPr/>
          <a:lstStyle/>
          <a:p>
            <a:fld id="{75AB488F-A43A-4F43-8C34-D9D5163EFAE4}" type="datetimeFigureOut">
              <a:rPr lang="en-US" smtClean="0"/>
              <a:t>10/13/2025</a:t>
            </a:fld>
            <a:endParaRPr lang="en-US"/>
          </a:p>
        </p:txBody>
      </p:sp>
      <p:sp>
        <p:nvSpPr>
          <p:cNvPr id="8" name="Footer Placeholder 7">
            <a:extLst>
              <a:ext uri="{FF2B5EF4-FFF2-40B4-BE49-F238E27FC236}">
                <a16:creationId xmlns:a16="http://schemas.microsoft.com/office/drawing/2014/main" id="{29093A55-83D6-CDE5-40E4-C202864938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E8FC02-97EA-EE80-1244-CD862FF04922}"/>
              </a:ext>
            </a:extLst>
          </p:cNvPr>
          <p:cNvSpPr>
            <a:spLocks noGrp="1"/>
          </p:cNvSpPr>
          <p:nvPr>
            <p:ph type="sldNum" sz="quarter" idx="12"/>
          </p:nvPr>
        </p:nvSpPr>
        <p:spPr/>
        <p:txBody>
          <a:bodyPr/>
          <a:lstStyle/>
          <a:p>
            <a:fld id="{FA88B955-597D-4DDB-97C2-94D4FCB2A864}" type="slidenum">
              <a:rPr lang="en-US" smtClean="0"/>
              <a:t>‹#›</a:t>
            </a:fld>
            <a:endParaRPr lang="en-US"/>
          </a:p>
        </p:txBody>
      </p:sp>
    </p:spTree>
    <p:extLst>
      <p:ext uri="{BB962C8B-B14F-4D97-AF65-F5344CB8AC3E}">
        <p14:creationId xmlns:p14="http://schemas.microsoft.com/office/powerpoint/2010/main" val="2712680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349F9-5072-91DA-99D0-10C5E76FA2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D78AF8-982A-48EB-87BA-6C71771F8989}"/>
              </a:ext>
            </a:extLst>
          </p:cNvPr>
          <p:cNvSpPr>
            <a:spLocks noGrp="1"/>
          </p:cNvSpPr>
          <p:nvPr>
            <p:ph type="dt" sz="half" idx="10"/>
          </p:nvPr>
        </p:nvSpPr>
        <p:spPr/>
        <p:txBody>
          <a:bodyPr/>
          <a:lstStyle/>
          <a:p>
            <a:fld id="{75AB488F-A43A-4F43-8C34-D9D5163EFAE4}" type="datetimeFigureOut">
              <a:rPr lang="en-US" smtClean="0"/>
              <a:t>10/13/2025</a:t>
            </a:fld>
            <a:endParaRPr lang="en-US"/>
          </a:p>
        </p:txBody>
      </p:sp>
      <p:sp>
        <p:nvSpPr>
          <p:cNvPr id="4" name="Footer Placeholder 3">
            <a:extLst>
              <a:ext uri="{FF2B5EF4-FFF2-40B4-BE49-F238E27FC236}">
                <a16:creationId xmlns:a16="http://schemas.microsoft.com/office/drawing/2014/main" id="{959FA155-0F0B-413E-F4D1-8B27960ED0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DE071D-7A40-196F-9909-0269D400DBED}"/>
              </a:ext>
            </a:extLst>
          </p:cNvPr>
          <p:cNvSpPr>
            <a:spLocks noGrp="1"/>
          </p:cNvSpPr>
          <p:nvPr>
            <p:ph type="sldNum" sz="quarter" idx="12"/>
          </p:nvPr>
        </p:nvSpPr>
        <p:spPr/>
        <p:txBody>
          <a:bodyPr/>
          <a:lstStyle/>
          <a:p>
            <a:fld id="{FA88B955-597D-4DDB-97C2-94D4FCB2A864}" type="slidenum">
              <a:rPr lang="en-US" smtClean="0"/>
              <a:t>‹#›</a:t>
            </a:fld>
            <a:endParaRPr lang="en-US"/>
          </a:p>
        </p:txBody>
      </p:sp>
    </p:spTree>
    <p:extLst>
      <p:ext uri="{BB962C8B-B14F-4D97-AF65-F5344CB8AC3E}">
        <p14:creationId xmlns:p14="http://schemas.microsoft.com/office/powerpoint/2010/main" val="2107693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78F064-6C75-C825-5037-B1248BA4F028}"/>
              </a:ext>
            </a:extLst>
          </p:cNvPr>
          <p:cNvSpPr>
            <a:spLocks noGrp="1"/>
          </p:cNvSpPr>
          <p:nvPr>
            <p:ph type="dt" sz="half" idx="10"/>
          </p:nvPr>
        </p:nvSpPr>
        <p:spPr/>
        <p:txBody>
          <a:bodyPr/>
          <a:lstStyle/>
          <a:p>
            <a:fld id="{75AB488F-A43A-4F43-8C34-D9D5163EFAE4}" type="datetimeFigureOut">
              <a:rPr lang="en-US" smtClean="0"/>
              <a:t>10/13/2025</a:t>
            </a:fld>
            <a:endParaRPr lang="en-US"/>
          </a:p>
        </p:txBody>
      </p:sp>
      <p:sp>
        <p:nvSpPr>
          <p:cNvPr id="3" name="Footer Placeholder 2">
            <a:extLst>
              <a:ext uri="{FF2B5EF4-FFF2-40B4-BE49-F238E27FC236}">
                <a16:creationId xmlns:a16="http://schemas.microsoft.com/office/drawing/2014/main" id="{6AB262B7-4D15-CA1C-4855-81CA89A405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FE8887-A835-8054-2954-E35BD1AB1E10}"/>
              </a:ext>
            </a:extLst>
          </p:cNvPr>
          <p:cNvSpPr>
            <a:spLocks noGrp="1"/>
          </p:cNvSpPr>
          <p:nvPr>
            <p:ph type="sldNum" sz="quarter" idx="12"/>
          </p:nvPr>
        </p:nvSpPr>
        <p:spPr/>
        <p:txBody>
          <a:bodyPr/>
          <a:lstStyle/>
          <a:p>
            <a:fld id="{FA88B955-597D-4DDB-97C2-94D4FCB2A864}" type="slidenum">
              <a:rPr lang="en-US" smtClean="0"/>
              <a:t>‹#›</a:t>
            </a:fld>
            <a:endParaRPr lang="en-US"/>
          </a:p>
        </p:txBody>
      </p:sp>
    </p:spTree>
    <p:extLst>
      <p:ext uri="{BB962C8B-B14F-4D97-AF65-F5344CB8AC3E}">
        <p14:creationId xmlns:p14="http://schemas.microsoft.com/office/powerpoint/2010/main" val="2376371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011DC-F6A1-006F-6B33-610EFCE8C3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0B68A29-6BCD-D6A4-7B08-23F17538D1C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C1FC56-E217-3456-BB8F-63C42FB8DB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405112-4ECE-CB23-C241-FEFB55721D53}"/>
              </a:ext>
            </a:extLst>
          </p:cNvPr>
          <p:cNvSpPr>
            <a:spLocks noGrp="1"/>
          </p:cNvSpPr>
          <p:nvPr>
            <p:ph type="dt" sz="half" idx="10"/>
          </p:nvPr>
        </p:nvSpPr>
        <p:spPr/>
        <p:txBody>
          <a:bodyPr/>
          <a:lstStyle/>
          <a:p>
            <a:fld id="{75AB488F-A43A-4F43-8C34-D9D5163EFAE4}" type="datetimeFigureOut">
              <a:rPr lang="en-US" smtClean="0"/>
              <a:t>10/13/2025</a:t>
            </a:fld>
            <a:endParaRPr lang="en-US"/>
          </a:p>
        </p:txBody>
      </p:sp>
      <p:sp>
        <p:nvSpPr>
          <p:cNvPr id="6" name="Footer Placeholder 5">
            <a:extLst>
              <a:ext uri="{FF2B5EF4-FFF2-40B4-BE49-F238E27FC236}">
                <a16:creationId xmlns:a16="http://schemas.microsoft.com/office/drawing/2014/main" id="{D43304B1-ABC0-2100-E3D2-63ABC8FC8F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08C40C-E6EC-D397-942B-BE555AD63121}"/>
              </a:ext>
            </a:extLst>
          </p:cNvPr>
          <p:cNvSpPr>
            <a:spLocks noGrp="1"/>
          </p:cNvSpPr>
          <p:nvPr>
            <p:ph type="sldNum" sz="quarter" idx="12"/>
          </p:nvPr>
        </p:nvSpPr>
        <p:spPr/>
        <p:txBody>
          <a:bodyPr/>
          <a:lstStyle/>
          <a:p>
            <a:fld id="{FA88B955-597D-4DDB-97C2-94D4FCB2A864}" type="slidenum">
              <a:rPr lang="en-US" smtClean="0"/>
              <a:t>‹#›</a:t>
            </a:fld>
            <a:endParaRPr lang="en-US"/>
          </a:p>
        </p:txBody>
      </p:sp>
    </p:spTree>
    <p:extLst>
      <p:ext uri="{BB962C8B-B14F-4D97-AF65-F5344CB8AC3E}">
        <p14:creationId xmlns:p14="http://schemas.microsoft.com/office/powerpoint/2010/main" val="3780987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F7206-AFE6-7E18-B52A-0D8AB6806E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AB6743-6A9F-C4D3-4A8B-7C7476E73E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44F3AB-36D4-36DD-2D0F-26431D70C0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C33967-F74F-8A4B-C1A7-5074DEED579F}"/>
              </a:ext>
            </a:extLst>
          </p:cNvPr>
          <p:cNvSpPr>
            <a:spLocks noGrp="1"/>
          </p:cNvSpPr>
          <p:nvPr>
            <p:ph type="dt" sz="half" idx="10"/>
          </p:nvPr>
        </p:nvSpPr>
        <p:spPr/>
        <p:txBody>
          <a:bodyPr/>
          <a:lstStyle/>
          <a:p>
            <a:fld id="{75AB488F-A43A-4F43-8C34-D9D5163EFAE4}" type="datetimeFigureOut">
              <a:rPr lang="en-US" smtClean="0"/>
              <a:t>10/13/2025</a:t>
            </a:fld>
            <a:endParaRPr lang="en-US"/>
          </a:p>
        </p:txBody>
      </p:sp>
      <p:sp>
        <p:nvSpPr>
          <p:cNvPr id="6" name="Footer Placeholder 5">
            <a:extLst>
              <a:ext uri="{FF2B5EF4-FFF2-40B4-BE49-F238E27FC236}">
                <a16:creationId xmlns:a16="http://schemas.microsoft.com/office/drawing/2014/main" id="{3A537AB1-E52E-C1C3-D587-3227783D1E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070DAC-9BB4-4702-6ABE-D5CB5E72384B}"/>
              </a:ext>
            </a:extLst>
          </p:cNvPr>
          <p:cNvSpPr>
            <a:spLocks noGrp="1"/>
          </p:cNvSpPr>
          <p:nvPr>
            <p:ph type="sldNum" sz="quarter" idx="12"/>
          </p:nvPr>
        </p:nvSpPr>
        <p:spPr/>
        <p:txBody>
          <a:bodyPr/>
          <a:lstStyle/>
          <a:p>
            <a:fld id="{FA88B955-597D-4DDB-97C2-94D4FCB2A864}" type="slidenum">
              <a:rPr lang="en-US" smtClean="0"/>
              <a:t>‹#›</a:t>
            </a:fld>
            <a:endParaRPr lang="en-US"/>
          </a:p>
        </p:txBody>
      </p:sp>
    </p:spTree>
    <p:extLst>
      <p:ext uri="{BB962C8B-B14F-4D97-AF65-F5344CB8AC3E}">
        <p14:creationId xmlns:p14="http://schemas.microsoft.com/office/powerpoint/2010/main" val="853231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1691F-5EF4-8341-C878-9830EE992C0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0B89F3-71FD-48C1-D33E-34E6BEAA0B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C84AF2-3EEA-16FC-DBBF-67B3BE92BF7F}"/>
              </a:ext>
            </a:extLst>
          </p:cNvPr>
          <p:cNvSpPr>
            <a:spLocks noGrp="1"/>
          </p:cNvSpPr>
          <p:nvPr>
            <p:ph type="dt" sz="half" idx="10"/>
          </p:nvPr>
        </p:nvSpPr>
        <p:spPr/>
        <p:txBody>
          <a:bodyPr/>
          <a:lstStyle/>
          <a:p>
            <a:fld id="{75AB488F-A43A-4F43-8C34-D9D5163EFAE4}" type="datetimeFigureOut">
              <a:rPr lang="en-US" smtClean="0"/>
              <a:t>10/13/2025</a:t>
            </a:fld>
            <a:endParaRPr lang="en-US"/>
          </a:p>
        </p:txBody>
      </p:sp>
      <p:sp>
        <p:nvSpPr>
          <p:cNvPr id="5" name="Footer Placeholder 4">
            <a:extLst>
              <a:ext uri="{FF2B5EF4-FFF2-40B4-BE49-F238E27FC236}">
                <a16:creationId xmlns:a16="http://schemas.microsoft.com/office/drawing/2014/main" id="{034CC77B-ED72-3039-276D-8DA329AA1D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8147B5-D8F6-C56A-0A69-A1ECF90DF829}"/>
              </a:ext>
            </a:extLst>
          </p:cNvPr>
          <p:cNvSpPr>
            <a:spLocks noGrp="1"/>
          </p:cNvSpPr>
          <p:nvPr>
            <p:ph type="sldNum" sz="quarter" idx="12"/>
          </p:nvPr>
        </p:nvSpPr>
        <p:spPr/>
        <p:txBody>
          <a:bodyPr/>
          <a:lstStyle/>
          <a:p>
            <a:fld id="{FA88B955-597D-4DDB-97C2-94D4FCB2A864}" type="slidenum">
              <a:rPr lang="en-US" smtClean="0"/>
              <a:t>‹#›</a:t>
            </a:fld>
            <a:endParaRPr lang="en-US"/>
          </a:p>
        </p:txBody>
      </p:sp>
    </p:spTree>
    <p:extLst>
      <p:ext uri="{BB962C8B-B14F-4D97-AF65-F5344CB8AC3E}">
        <p14:creationId xmlns:p14="http://schemas.microsoft.com/office/powerpoint/2010/main" val="3000414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1D410F-3A08-8278-5E81-457760E664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8B4691-FAD0-BC86-E0E5-43955D7AF8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0FAD15-143D-2B46-0D7A-EC3C46D8F4C6}"/>
              </a:ext>
            </a:extLst>
          </p:cNvPr>
          <p:cNvSpPr>
            <a:spLocks noGrp="1"/>
          </p:cNvSpPr>
          <p:nvPr>
            <p:ph type="dt" sz="half" idx="10"/>
          </p:nvPr>
        </p:nvSpPr>
        <p:spPr/>
        <p:txBody>
          <a:bodyPr/>
          <a:lstStyle/>
          <a:p>
            <a:fld id="{75AB488F-A43A-4F43-8C34-D9D5163EFAE4}" type="datetimeFigureOut">
              <a:rPr lang="en-US" smtClean="0"/>
              <a:t>10/13/2025</a:t>
            </a:fld>
            <a:endParaRPr lang="en-US"/>
          </a:p>
        </p:txBody>
      </p:sp>
      <p:sp>
        <p:nvSpPr>
          <p:cNvPr id="5" name="Footer Placeholder 4">
            <a:extLst>
              <a:ext uri="{FF2B5EF4-FFF2-40B4-BE49-F238E27FC236}">
                <a16:creationId xmlns:a16="http://schemas.microsoft.com/office/drawing/2014/main" id="{80E2D7A9-7C01-5217-8C3E-9A5288A970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11E572-74C5-CD83-DE9E-FC6BE7AD144F}"/>
              </a:ext>
            </a:extLst>
          </p:cNvPr>
          <p:cNvSpPr>
            <a:spLocks noGrp="1"/>
          </p:cNvSpPr>
          <p:nvPr>
            <p:ph type="sldNum" sz="quarter" idx="12"/>
          </p:nvPr>
        </p:nvSpPr>
        <p:spPr/>
        <p:txBody>
          <a:bodyPr/>
          <a:lstStyle/>
          <a:p>
            <a:fld id="{FA88B955-597D-4DDB-97C2-94D4FCB2A864}" type="slidenum">
              <a:rPr lang="en-US" smtClean="0"/>
              <a:t>‹#›</a:t>
            </a:fld>
            <a:endParaRPr lang="en-US"/>
          </a:p>
        </p:txBody>
      </p:sp>
    </p:spTree>
    <p:extLst>
      <p:ext uri="{BB962C8B-B14F-4D97-AF65-F5344CB8AC3E}">
        <p14:creationId xmlns:p14="http://schemas.microsoft.com/office/powerpoint/2010/main" val="496560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875063-CBB9-1A9A-7211-1A58120509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D41E292-BFA3-EC07-698F-1B2D93ADE9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760C01-CEE7-7353-30EB-D4916DFCB6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AB488F-A43A-4F43-8C34-D9D5163EFAE4}" type="datetimeFigureOut">
              <a:rPr lang="en-US" smtClean="0"/>
              <a:t>10/13/2025</a:t>
            </a:fld>
            <a:endParaRPr lang="en-US"/>
          </a:p>
        </p:txBody>
      </p:sp>
      <p:sp>
        <p:nvSpPr>
          <p:cNvPr id="5" name="Footer Placeholder 4">
            <a:extLst>
              <a:ext uri="{FF2B5EF4-FFF2-40B4-BE49-F238E27FC236}">
                <a16:creationId xmlns:a16="http://schemas.microsoft.com/office/drawing/2014/main" id="{43017E07-7942-FB2A-7D44-0A9990B258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0316396-9458-9589-8E1F-BB0A202603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88B955-597D-4DDB-97C2-94D4FCB2A864}" type="slidenum">
              <a:rPr lang="en-US" smtClean="0"/>
              <a:t>‹#›</a:t>
            </a:fld>
            <a:endParaRPr lang="en-US"/>
          </a:p>
        </p:txBody>
      </p:sp>
    </p:spTree>
    <p:extLst>
      <p:ext uri="{BB962C8B-B14F-4D97-AF65-F5344CB8AC3E}">
        <p14:creationId xmlns:p14="http://schemas.microsoft.com/office/powerpoint/2010/main" val="12704140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1E14C9-FEB9-7E45-18BB-AF6DDF0D8E32}"/>
              </a:ext>
            </a:extLst>
          </p:cNvPr>
          <p:cNvSpPr>
            <a:spLocks noGrp="1"/>
          </p:cNvSpPr>
          <p:nvPr>
            <p:ph type="ctrTitle"/>
          </p:nvPr>
        </p:nvSpPr>
        <p:spPr>
          <a:xfrm>
            <a:off x="1097280" y="325550"/>
            <a:ext cx="10058400" cy="3574778"/>
          </a:xfrm>
          <a:effectLst>
            <a:outerShdw blurRad="50800" dist="38100" dir="2700000" algn="tl" rotWithShape="0">
              <a:prstClr val="black">
                <a:alpha val="50000"/>
              </a:prstClr>
            </a:outerShdw>
          </a:effectLst>
        </p:spPr>
        <p:txBody>
          <a:bodyPr>
            <a:normAutofit/>
          </a:bodyPr>
          <a:lstStyle/>
          <a:p>
            <a:r>
              <a:rPr lang="en-US" sz="5200" b="1" dirty="0">
                <a:solidFill>
                  <a:srgbClr val="FFFFFF"/>
                </a:solidFill>
                <a:latin typeface="Goudy Stout" panose="0202090407030B020401" pitchFamily="18" charset="0"/>
              </a:rPr>
              <a:t>DCC ↔ Unity Live Sync</a:t>
            </a:r>
            <a:endParaRPr lang="en-US" sz="5200" dirty="0">
              <a:solidFill>
                <a:srgbClr val="FFFFFF"/>
              </a:solidFill>
              <a:latin typeface="Goudy Stout" panose="0202090407030B020401" pitchFamily="18" charset="0"/>
            </a:endParaRPr>
          </a:p>
        </p:txBody>
      </p:sp>
      <p:sp>
        <p:nvSpPr>
          <p:cNvPr id="3" name="Subtitle 2">
            <a:extLst>
              <a:ext uri="{FF2B5EF4-FFF2-40B4-BE49-F238E27FC236}">
                <a16:creationId xmlns:a16="http://schemas.microsoft.com/office/drawing/2014/main" id="{59692379-F7DF-5A63-797C-725A62A766DE}"/>
              </a:ext>
            </a:extLst>
          </p:cNvPr>
          <p:cNvSpPr>
            <a:spLocks noGrp="1"/>
          </p:cNvSpPr>
          <p:nvPr>
            <p:ph type="subTitle" idx="1"/>
          </p:nvPr>
        </p:nvSpPr>
        <p:spPr>
          <a:xfrm>
            <a:off x="1100051" y="4072043"/>
            <a:ext cx="10058400" cy="1282707"/>
          </a:xfrm>
          <a:effectLst>
            <a:outerShdw blurRad="50800" dist="38100" dir="2700000" algn="tl" rotWithShape="0">
              <a:prstClr val="black">
                <a:alpha val="0"/>
              </a:prstClr>
            </a:outerShdw>
          </a:effectLst>
        </p:spPr>
        <p:txBody>
          <a:bodyPr>
            <a:normAutofit/>
          </a:bodyPr>
          <a:lstStyle/>
          <a:p>
            <a:r>
              <a:rPr lang="en-US" dirty="0">
                <a:solidFill>
                  <a:srgbClr val="FFFFFF"/>
                </a:solidFill>
                <a:latin typeface="Goudy Stout" panose="0202090407030B020401" pitchFamily="18" charset="0"/>
              </a:rPr>
              <a:t>By: Riley Foster</a:t>
            </a:r>
          </a:p>
        </p:txBody>
      </p:sp>
    </p:spTree>
    <p:extLst>
      <p:ext uri="{BB962C8B-B14F-4D97-AF65-F5344CB8AC3E}">
        <p14:creationId xmlns:p14="http://schemas.microsoft.com/office/powerpoint/2010/main" val="2907593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tile tx="0" ty="0" sx="100000" sy="100000" flip="none" algn="l"/>
        </a:blip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D622E10-CB73-BADD-2FF8-51C75EAF05E0}"/>
              </a:ext>
            </a:extLst>
          </p:cNvPr>
          <p:cNvSpPr>
            <a:spLocks noGrp="1"/>
          </p:cNvSpPr>
          <p:nvPr>
            <p:ph idx="1"/>
          </p:nvPr>
        </p:nvSpPr>
        <p:spPr>
          <a:xfrm>
            <a:off x="271566" y="1697111"/>
            <a:ext cx="3439073" cy="4550266"/>
          </a:xfrm>
          <a:blipFill>
            <a:blip r:embed="rId3"/>
            <a:stretch>
              <a:fillRect/>
            </a:stretch>
          </a:blipFill>
          <a:ln w="111125">
            <a:solidFill>
              <a:schemeClr val="tx1">
                <a:lumMod val="65000"/>
                <a:lumOff val="35000"/>
              </a:schemeClr>
            </a:solidFill>
          </a:ln>
        </p:spPr>
        <p:txBody>
          <a:bodyPr anchor="ctr">
            <a:normAutofit/>
          </a:bodyPr>
          <a:lstStyle/>
          <a:p>
            <a:pPr marL="0" indent="0" algn="ctr">
              <a:buNone/>
            </a:pPr>
            <a:r>
              <a:rPr lang="en-US" sz="24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My project is a live link service that syncs models, materials, animations, and other updates from your DCC (Digital content creation) tools to Unity in real time. This removing the need for manual reimports and streamlining asset development.</a:t>
            </a:r>
          </a:p>
        </p:txBody>
      </p:sp>
      <p:sp>
        <p:nvSpPr>
          <p:cNvPr id="10" name="Arrow: Pentagon 9">
            <a:extLst>
              <a:ext uri="{FF2B5EF4-FFF2-40B4-BE49-F238E27FC236}">
                <a16:creationId xmlns:a16="http://schemas.microsoft.com/office/drawing/2014/main" id="{5F239EBA-405A-5059-2734-C91ADDA3AE25}"/>
              </a:ext>
            </a:extLst>
          </p:cNvPr>
          <p:cNvSpPr/>
          <p:nvPr/>
        </p:nvSpPr>
        <p:spPr>
          <a:xfrm>
            <a:off x="391782" y="515775"/>
            <a:ext cx="3693426" cy="703269"/>
          </a:xfrm>
          <a:prstGeom prst="homePlate">
            <a:avLst/>
          </a:prstGeom>
          <a:solidFill>
            <a:schemeClr val="tx2">
              <a:lumMod val="50000"/>
              <a:lumOff val="50000"/>
            </a:schemeClr>
          </a:solidFill>
          <a:ln w="168275" cap="rnd">
            <a:noFill/>
            <a:prstDash val="sysDot"/>
          </a:ln>
          <a:effectLst>
            <a:glow>
              <a:srgbClr val="FFFFCC">
                <a:alpha val="40000"/>
              </a:srgbClr>
            </a:glow>
            <a:outerShdw blurRad="190500" dist="152400" dir="5400000" algn="ctr" rotWithShape="0">
              <a:schemeClr val="tx1"/>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latin typeface="Goudy Stout" panose="0202090407030B020401" pitchFamily="18" charset="0"/>
              </a:rPr>
              <a:t>What?</a:t>
            </a:r>
            <a:endParaRPr lang="en-US" sz="3200" dirty="0">
              <a:solidFill>
                <a:schemeClr val="bg1"/>
              </a:solidFill>
            </a:endParaRPr>
          </a:p>
        </p:txBody>
      </p:sp>
      <p:sp>
        <p:nvSpPr>
          <p:cNvPr id="18" name="Arrow: Pentagon 17">
            <a:extLst>
              <a:ext uri="{FF2B5EF4-FFF2-40B4-BE49-F238E27FC236}">
                <a16:creationId xmlns:a16="http://schemas.microsoft.com/office/drawing/2014/main" id="{4148F4BF-63DB-9E43-2527-9645BBB8CE14}"/>
              </a:ext>
            </a:extLst>
          </p:cNvPr>
          <p:cNvSpPr/>
          <p:nvPr/>
        </p:nvSpPr>
        <p:spPr>
          <a:xfrm>
            <a:off x="4372984" y="515774"/>
            <a:ext cx="3693426" cy="703269"/>
          </a:xfrm>
          <a:prstGeom prst="homePlate">
            <a:avLst/>
          </a:prstGeom>
          <a:solidFill>
            <a:schemeClr val="accent3">
              <a:lumMod val="60000"/>
              <a:lumOff val="40000"/>
            </a:schemeClr>
          </a:solidFill>
          <a:ln w="168275" cap="rnd">
            <a:noFill/>
            <a:prstDash val="sysDot"/>
          </a:ln>
          <a:effectLst>
            <a:glow>
              <a:srgbClr val="FFFFCC">
                <a:alpha val="40000"/>
              </a:srgbClr>
            </a:glow>
            <a:outerShdw blurRad="190500" dist="152400" dir="5400000" algn="ctr" rotWithShape="0">
              <a:schemeClr val="tx1"/>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latin typeface="Goudy Stout" panose="0202090407030B020401" pitchFamily="18" charset="0"/>
              </a:rPr>
              <a:t>Why?</a:t>
            </a:r>
            <a:endParaRPr lang="en-US" sz="3200" dirty="0">
              <a:solidFill>
                <a:schemeClr val="bg1"/>
              </a:solidFill>
            </a:endParaRPr>
          </a:p>
        </p:txBody>
      </p:sp>
      <p:sp>
        <p:nvSpPr>
          <p:cNvPr id="24" name="Arrow: Pentagon 23">
            <a:extLst>
              <a:ext uri="{FF2B5EF4-FFF2-40B4-BE49-F238E27FC236}">
                <a16:creationId xmlns:a16="http://schemas.microsoft.com/office/drawing/2014/main" id="{92E38774-0C2C-F861-6EBB-0B98DED02421}"/>
              </a:ext>
            </a:extLst>
          </p:cNvPr>
          <p:cNvSpPr/>
          <p:nvPr/>
        </p:nvSpPr>
        <p:spPr>
          <a:xfrm>
            <a:off x="8354186" y="515774"/>
            <a:ext cx="3693426" cy="703269"/>
          </a:xfrm>
          <a:prstGeom prst="homePlate">
            <a:avLst/>
          </a:prstGeom>
          <a:solidFill>
            <a:srgbClr val="D24242"/>
          </a:solidFill>
          <a:ln w="168275" cap="rnd">
            <a:noFill/>
            <a:prstDash val="sysDot"/>
          </a:ln>
          <a:effectLst>
            <a:glow>
              <a:srgbClr val="FFFFCC">
                <a:alpha val="40000"/>
              </a:srgbClr>
            </a:glow>
            <a:outerShdw blurRad="190500" dist="152400" dir="5400000" algn="ctr" rotWithShape="0">
              <a:schemeClr val="tx1"/>
            </a:outerShdw>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latin typeface="Goudy Stout" panose="0202090407030B020401" pitchFamily="18" charset="0"/>
              </a:rPr>
              <a:t>How?</a:t>
            </a:r>
            <a:endParaRPr lang="en-US" sz="3200" dirty="0">
              <a:solidFill>
                <a:schemeClr val="bg1"/>
              </a:solidFill>
            </a:endParaRPr>
          </a:p>
        </p:txBody>
      </p:sp>
      <p:sp>
        <p:nvSpPr>
          <p:cNvPr id="42" name="Content Placeholder 6">
            <a:extLst>
              <a:ext uri="{FF2B5EF4-FFF2-40B4-BE49-F238E27FC236}">
                <a16:creationId xmlns:a16="http://schemas.microsoft.com/office/drawing/2014/main" id="{3CDF639E-86DE-ACB8-44D2-C922534BA415}"/>
              </a:ext>
            </a:extLst>
          </p:cNvPr>
          <p:cNvSpPr txBox="1">
            <a:spLocks/>
          </p:cNvSpPr>
          <p:nvPr/>
        </p:nvSpPr>
        <p:spPr>
          <a:xfrm>
            <a:off x="4168988" y="1697111"/>
            <a:ext cx="3439073" cy="4550266"/>
          </a:xfrm>
          <a:prstGeom prst="rect">
            <a:avLst/>
          </a:prstGeom>
          <a:blipFill>
            <a:blip r:embed="rId3"/>
            <a:stretch>
              <a:fillRect/>
            </a:stretch>
          </a:blipFill>
          <a:ln w="111125">
            <a:solidFill>
              <a:schemeClr val="tx1">
                <a:lumMod val="65000"/>
                <a:lumOff val="35000"/>
              </a:schemeClr>
            </a:solid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Unlike Unreal’s live link or Unity’s outdated MeshSync, this tool offers up-to-date, seamless integration to boost productivity and simplify the asset editing process.</a:t>
            </a:r>
          </a:p>
        </p:txBody>
      </p:sp>
      <p:sp>
        <p:nvSpPr>
          <p:cNvPr id="43" name="Content Placeholder 6">
            <a:extLst>
              <a:ext uri="{FF2B5EF4-FFF2-40B4-BE49-F238E27FC236}">
                <a16:creationId xmlns:a16="http://schemas.microsoft.com/office/drawing/2014/main" id="{85B8ED04-AD14-B9FE-13F2-F05B285CC811}"/>
              </a:ext>
            </a:extLst>
          </p:cNvPr>
          <p:cNvSpPr txBox="1">
            <a:spLocks/>
          </p:cNvSpPr>
          <p:nvPr/>
        </p:nvSpPr>
        <p:spPr>
          <a:xfrm>
            <a:off x="8205052" y="1697111"/>
            <a:ext cx="3842560" cy="4550266"/>
          </a:xfrm>
          <a:prstGeom prst="rect">
            <a:avLst/>
          </a:prstGeom>
          <a:blipFill>
            <a:blip r:embed="rId3"/>
            <a:stretch>
              <a:fillRect/>
            </a:stretch>
          </a:blipFill>
          <a:ln w="111125">
            <a:solidFill>
              <a:schemeClr val="tx1">
                <a:lumMod val="65000"/>
                <a:lumOff val="35000"/>
              </a:schemeClr>
            </a:solid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This is a two-part system that connects *For now* </a:t>
            </a:r>
            <a:r>
              <a:rPr lang="en-US" sz="20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Blender (Python)</a:t>
            </a:r>
            <a: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and </a:t>
            </a:r>
            <a:r>
              <a:rPr lang="en-US" sz="20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Unity (C#)</a:t>
            </a:r>
            <a: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Blender detects model or material changes, serializes them into binary, and sends them via </a:t>
            </a:r>
            <a:r>
              <a:rPr lang="en-US" sz="20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real-time sockets</a:t>
            </a:r>
            <a: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a:p>
            <a: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Unity receives the data and updates meshes directly using the </a:t>
            </a:r>
            <a:r>
              <a:rPr lang="en-US" sz="20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Mesh API</a:t>
            </a:r>
            <a: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 skipping imports.</a:t>
            </a:r>
          </a:p>
          <a:p>
            <a: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Edits in Blender instantly appear in Unity, creating a seamless </a:t>
            </a:r>
            <a:r>
              <a:rPr lang="en-US" sz="2000" b="1"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live link</a:t>
            </a:r>
            <a:r>
              <a:rPr lang="en-US" sz="2000" dirty="0">
                <a:solidFill>
                  <a:schemeClr val="accent1">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p>
        </p:txBody>
      </p:sp>
    </p:spTree>
    <p:extLst>
      <p:ext uri="{BB962C8B-B14F-4D97-AF65-F5344CB8AC3E}">
        <p14:creationId xmlns:p14="http://schemas.microsoft.com/office/powerpoint/2010/main" val="26177725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9F97A8DD997748A02E8149E5913CFA" ma:contentTypeVersion="13" ma:contentTypeDescription="Create a new document." ma:contentTypeScope="" ma:versionID="9f6e7ee0bb34e1713bcb3003704a8b2f">
  <xsd:schema xmlns:xsd="http://www.w3.org/2001/XMLSchema" xmlns:xs="http://www.w3.org/2001/XMLSchema" xmlns:p="http://schemas.microsoft.com/office/2006/metadata/properties" xmlns:ns3="ca306b62-9bf4-4835-80f6-9d8909f949bb" xmlns:ns4="d2156507-b3e7-4910-842f-0c17a4b65d61" targetNamespace="http://schemas.microsoft.com/office/2006/metadata/properties" ma:root="true" ma:fieldsID="7ff48aa0ebc92e4f943cf7bbe148a8db" ns3:_="" ns4:_="">
    <xsd:import namespace="ca306b62-9bf4-4835-80f6-9d8909f949bb"/>
    <xsd:import namespace="d2156507-b3e7-4910-842f-0c17a4b65d61"/>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306b62-9bf4-4835-80f6-9d8909f949bb"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2156507-b3e7-4910-842f-0c17a4b65d61"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ca306b62-9bf4-4835-80f6-9d8909f949b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55244B-9B29-48F9-BCFB-5BCCC241B3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306b62-9bf4-4835-80f6-9d8909f949bb"/>
    <ds:schemaRef ds:uri="d2156507-b3e7-4910-842f-0c17a4b65d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B2D8FFF-19A1-4378-B39B-683BB6668784}">
  <ds:schemaRefs>
    <ds:schemaRef ds:uri="http://schemas.openxmlformats.org/package/2006/metadata/core-properties"/>
    <ds:schemaRef ds:uri="d2156507-b3e7-4910-842f-0c17a4b65d61"/>
    <ds:schemaRef ds:uri="http://www.w3.org/XML/1998/namespace"/>
    <ds:schemaRef ds:uri="http://purl.org/dc/elements/1.1/"/>
    <ds:schemaRef ds:uri="http://schemas.microsoft.com/office/2006/documentManagement/types"/>
    <ds:schemaRef ds:uri="http://purl.org/dc/terms/"/>
    <ds:schemaRef ds:uri="http://schemas.microsoft.com/office/infopath/2007/PartnerControls"/>
    <ds:schemaRef ds:uri="ca306b62-9bf4-4835-80f6-9d8909f949bb"/>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D6CAE6CB-11A8-4055-86F1-44CD8C5AFD5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3906</TotalTime>
  <Words>155</Words>
  <Application>Microsoft Office PowerPoint</Application>
  <PresentationFormat>Widescreen</PresentationFormat>
  <Paragraphs>11</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ADLaM Display</vt:lpstr>
      <vt:lpstr>Aptos</vt:lpstr>
      <vt:lpstr>Aptos Display</vt:lpstr>
      <vt:lpstr>Arial</vt:lpstr>
      <vt:lpstr>Goudy Stout</vt:lpstr>
      <vt:lpstr>Office Theme</vt:lpstr>
      <vt:lpstr>DCC ↔ Unity Live Sync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Riley Foster</dc:creator>
  <cp:lastModifiedBy>Riley Foster</cp:lastModifiedBy>
  <cp:revision>4</cp:revision>
  <dcterms:created xsi:type="dcterms:W3CDTF">2025-10-10T19:01:18Z</dcterms:created>
  <dcterms:modified xsi:type="dcterms:W3CDTF">2025-10-14T04:24:26Z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0x010100AE9F97A8DD997748A02E8149E5913CFA</vt:lpwstr>
  </property>
</Properties>
</file>